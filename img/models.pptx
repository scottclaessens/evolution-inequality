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999538" cy="5921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2"/>
    <p:restoredTop sz="94659"/>
  </p:normalViewPr>
  <p:slideViewPr>
    <p:cSldViewPr showGuides="1">
      <p:cViewPr varScale="1">
        <p:scale>
          <a:sx n="170" d="100"/>
          <a:sy n="170" d="100"/>
        </p:scale>
        <p:origin x="1200" y="168"/>
      </p:cViewPr>
      <p:guideLst>
        <p:guide orient="horz" pos="1865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969077"/>
            <a:ext cx="7649607" cy="2061516"/>
          </a:xfrm>
        </p:spPr>
        <p:txBody>
          <a:bodyPr anchor="b"/>
          <a:lstStyle>
            <a:lvl1pPr algn="ctr">
              <a:defRPr sz="51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110093"/>
            <a:ext cx="6749654" cy="1429628"/>
          </a:xfrm>
        </p:spPr>
        <p:txBody>
          <a:bodyPr/>
          <a:lstStyle>
            <a:lvl1pPr marL="0" indent="0" algn="ctr">
              <a:buNone/>
              <a:defRPr sz="2072"/>
            </a:lvl1pPr>
            <a:lvl2pPr marL="394746" indent="0" algn="ctr">
              <a:buNone/>
              <a:defRPr sz="1727"/>
            </a:lvl2pPr>
            <a:lvl3pPr marL="789493" indent="0" algn="ctr">
              <a:buNone/>
              <a:defRPr sz="1554"/>
            </a:lvl3pPr>
            <a:lvl4pPr marL="1184239" indent="0" algn="ctr">
              <a:buNone/>
              <a:defRPr sz="1381"/>
            </a:lvl4pPr>
            <a:lvl5pPr marL="1578986" indent="0" algn="ctr">
              <a:buNone/>
              <a:defRPr sz="1381"/>
            </a:lvl5pPr>
            <a:lvl6pPr marL="1973732" indent="0" algn="ctr">
              <a:buNone/>
              <a:defRPr sz="1381"/>
            </a:lvl6pPr>
            <a:lvl7pPr marL="2368479" indent="0" algn="ctr">
              <a:buNone/>
              <a:defRPr sz="1381"/>
            </a:lvl7pPr>
            <a:lvl8pPr marL="2763225" indent="0" algn="ctr">
              <a:buNone/>
              <a:defRPr sz="1381"/>
            </a:lvl8pPr>
            <a:lvl9pPr marL="3157972" indent="0" algn="ctr">
              <a:buNone/>
              <a:defRPr sz="138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1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0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476233"/>
            <a:ext cx="7762102" cy="2463127"/>
          </a:xfrm>
        </p:spPr>
        <p:txBody>
          <a:bodyPr anchor="b"/>
          <a:lstStyle>
            <a:lvl1pPr>
              <a:defRPr sz="51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962663"/>
            <a:ext cx="7762102" cy="1295300"/>
          </a:xfrm>
        </p:spPr>
        <p:txBody>
          <a:bodyPr/>
          <a:lstStyle>
            <a:lvl1pPr marL="0" indent="0">
              <a:buNone/>
              <a:defRPr sz="2072">
                <a:solidFill>
                  <a:schemeClr val="tx1">
                    <a:tint val="82000"/>
                  </a:schemeClr>
                </a:solidFill>
              </a:defRPr>
            </a:lvl1pPr>
            <a:lvl2pPr marL="394746" indent="0">
              <a:buNone/>
              <a:defRPr sz="1727">
                <a:solidFill>
                  <a:schemeClr val="tx1">
                    <a:tint val="82000"/>
                  </a:schemeClr>
                </a:solidFill>
              </a:defRPr>
            </a:lvl2pPr>
            <a:lvl3pPr marL="789493" indent="0">
              <a:buNone/>
              <a:defRPr sz="1554">
                <a:solidFill>
                  <a:schemeClr val="tx1">
                    <a:tint val="82000"/>
                  </a:schemeClr>
                </a:solidFill>
              </a:defRPr>
            </a:lvl3pPr>
            <a:lvl4pPr marL="1184239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4pPr>
            <a:lvl5pPr marL="1578986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5pPr>
            <a:lvl6pPr marL="1973732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6pPr>
            <a:lvl7pPr marL="2368479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7pPr>
            <a:lvl8pPr marL="2763225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8pPr>
            <a:lvl9pPr marL="3157972" indent="0">
              <a:buNone/>
              <a:defRPr sz="13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8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576292"/>
            <a:ext cx="3824804" cy="37570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576292"/>
            <a:ext cx="3824804" cy="37570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9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15260"/>
            <a:ext cx="7762102" cy="11445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451560"/>
            <a:ext cx="3807226" cy="711387"/>
          </a:xfrm>
        </p:spPr>
        <p:txBody>
          <a:bodyPr anchor="b"/>
          <a:lstStyle>
            <a:lvl1pPr marL="0" indent="0">
              <a:buNone/>
              <a:defRPr sz="2072" b="1"/>
            </a:lvl1pPr>
            <a:lvl2pPr marL="394746" indent="0">
              <a:buNone/>
              <a:defRPr sz="1727" b="1"/>
            </a:lvl2pPr>
            <a:lvl3pPr marL="789493" indent="0">
              <a:buNone/>
              <a:defRPr sz="1554" b="1"/>
            </a:lvl3pPr>
            <a:lvl4pPr marL="1184239" indent="0">
              <a:buNone/>
              <a:defRPr sz="1381" b="1"/>
            </a:lvl4pPr>
            <a:lvl5pPr marL="1578986" indent="0">
              <a:buNone/>
              <a:defRPr sz="1381" b="1"/>
            </a:lvl5pPr>
            <a:lvl6pPr marL="1973732" indent="0">
              <a:buNone/>
              <a:defRPr sz="1381" b="1"/>
            </a:lvl6pPr>
            <a:lvl7pPr marL="2368479" indent="0">
              <a:buNone/>
              <a:defRPr sz="1381" b="1"/>
            </a:lvl7pPr>
            <a:lvl8pPr marL="2763225" indent="0">
              <a:buNone/>
              <a:defRPr sz="1381" b="1"/>
            </a:lvl8pPr>
            <a:lvl9pPr marL="3157972" indent="0">
              <a:buNone/>
              <a:defRPr sz="138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162947"/>
            <a:ext cx="3807226" cy="31813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451560"/>
            <a:ext cx="3825976" cy="711387"/>
          </a:xfrm>
        </p:spPr>
        <p:txBody>
          <a:bodyPr anchor="b"/>
          <a:lstStyle>
            <a:lvl1pPr marL="0" indent="0">
              <a:buNone/>
              <a:defRPr sz="2072" b="1"/>
            </a:lvl1pPr>
            <a:lvl2pPr marL="394746" indent="0">
              <a:buNone/>
              <a:defRPr sz="1727" b="1"/>
            </a:lvl2pPr>
            <a:lvl3pPr marL="789493" indent="0">
              <a:buNone/>
              <a:defRPr sz="1554" b="1"/>
            </a:lvl3pPr>
            <a:lvl4pPr marL="1184239" indent="0">
              <a:buNone/>
              <a:defRPr sz="1381" b="1"/>
            </a:lvl4pPr>
            <a:lvl5pPr marL="1578986" indent="0">
              <a:buNone/>
              <a:defRPr sz="1381" b="1"/>
            </a:lvl5pPr>
            <a:lvl6pPr marL="1973732" indent="0">
              <a:buNone/>
              <a:defRPr sz="1381" b="1"/>
            </a:lvl6pPr>
            <a:lvl7pPr marL="2368479" indent="0">
              <a:buNone/>
              <a:defRPr sz="1381" b="1"/>
            </a:lvl7pPr>
            <a:lvl8pPr marL="2763225" indent="0">
              <a:buNone/>
              <a:defRPr sz="1381" b="1"/>
            </a:lvl8pPr>
            <a:lvl9pPr marL="3157972" indent="0">
              <a:buNone/>
              <a:defRPr sz="138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162947"/>
            <a:ext cx="3825976" cy="31813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1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7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8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94758"/>
            <a:ext cx="2902585" cy="1381654"/>
          </a:xfrm>
        </p:spPr>
        <p:txBody>
          <a:bodyPr anchor="b"/>
          <a:lstStyle>
            <a:lvl1pPr>
              <a:defRPr sz="27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852570"/>
            <a:ext cx="4556016" cy="4208014"/>
          </a:xfrm>
        </p:spPr>
        <p:txBody>
          <a:bodyPr/>
          <a:lstStyle>
            <a:lvl1pPr>
              <a:defRPr sz="2763"/>
            </a:lvl1pPr>
            <a:lvl2pPr>
              <a:defRPr sz="2418"/>
            </a:lvl2pPr>
            <a:lvl3pPr>
              <a:defRPr sz="2072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76412"/>
            <a:ext cx="2902585" cy="3291024"/>
          </a:xfrm>
        </p:spPr>
        <p:txBody>
          <a:bodyPr/>
          <a:lstStyle>
            <a:lvl1pPr marL="0" indent="0">
              <a:buNone/>
              <a:defRPr sz="1381"/>
            </a:lvl1pPr>
            <a:lvl2pPr marL="394746" indent="0">
              <a:buNone/>
              <a:defRPr sz="1209"/>
            </a:lvl2pPr>
            <a:lvl3pPr marL="789493" indent="0">
              <a:buNone/>
              <a:defRPr sz="1036"/>
            </a:lvl3pPr>
            <a:lvl4pPr marL="1184239" indent="0">
              <a:buNone/>
              <a:defRPr sz="863"/>
            </a:lvl4pPr>
            <a:lvl5pPr marL="1578986" indent="0">
              <a:buNone/>
              <a:defRPr sz="863"/>
            </a:lvl5pPr>
            <a:lvl6pPr marL="1973732" indent="0">
              <a:buNone/>
              <a:defRPr sz="863"/>
            </a:lvl6pPr>
            <a:lvl7pPr marL="2368479" indent="0">
              <a:buNone/>
              <a:defRPr sz="863"/>
            </a:lvl7pPr>
            <a:lvl8pPr marL="2763225" indent="0">
              <a:buNone/>
              <a:defRPr sz="863"/>
            </a:lvl8pPr>
            <a:lvl9pPr marL="3157972" indent="0">
              <a:buNone/>
              <a:defRPr sz="8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8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94758"/>
            <a:ext cx="2902585" cy="1381654"/>
          </a:xfrm>
        </p:spPr>
        <p:txBody>
          <a:bodyPr anchor="b"/>
          <a:lstStyle>
            <a:lvl1pPr>
              <a:defRPr sz="27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852570"/>
            <a:ext cx="4556016" cy="4208014"/>
          </a:xfrm>
        </p:spPr>
        <p:txBody>
          <a:bodyPr anchor="t"/>
          <a:lstStyle>
            <a:lvl1pPr marL="0" indent="0">
              <a:buNone/>
              <a:defRPr sz="2763"/>
            </a:lvl1pPr>
            <a:lvl2pPr marL="394746" indent="0">
              <a:buNone/>
              <a:defRPr sz="2418"/>
            </a:lvl2pPr>
            <a:lvl3pPr marL="789493" indent="0">
              <a:buNone/>
              <a:defRPr sz="2072"/>
            </a:lvl3pPr>
            <a:lvl4pPr marL="1184239" indent="0">
              <a:buNone/>
              <a:defRPr sz="1727"/>
            </a:lvl4pPr>
            <a:lvl5pPr marL="1578986" indent="0">
              <a:buNone/>
              <a:defRPr sz="1727"/>
            </a:lvl5pPr>
            <a:lvl6pPr marL="1973732" indent="0">
              <a:buNone/>
              <a:defRPr sz="1727"/>
            </a:lvl6pPr>
            <a:lvl7pPr marL="2368479" indent="0">
              <a:buNone/>
              <a:defRPr sz="1727"/>
            </a:lvl7pPr>
            <a:lvl8pPr marL="2763225" indent="0">
              <a:buNone/>
              <a:defRPr sz="1727"/>
            </a:lvl8pPr>
            <a:lvl9pPr marL="3157972" indent="0">
              <a:buNone/>
              <a:defRPr sz="172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76412"/>
            <a:ext cx="2902585" cy="3291024"/>
          </a:xfrm>
        </p:spPr>
        <p:txBody>
          <a:bodyPr/>
          <a:lstStyle>
            <a:lvl1pPr marL="0" indent="0">
              <a:buNone/>
              <a:defRPr sz="1381"/>
            </a:lvl1pPr>
            <a:lvl2pPr marL="394746" indent="0">
              <a:buNone/>
              <a:defRPr sz="1209"/>
            </a:lvl2pPr>
            <a:lvl3pPr marL="789493" indent="0">
              <a:buNone/>
              <a:defRPr sz="1036"/>
            </a:lvl3pPr>
            <a:lvl4pPr marL="1184239" indent="0">
              <a:buNone/>
              <a:defRPr sz="863"/>
            </a:lvl4pPr>
            <a:lvl5pPr marL="1578986" indent="0">
              <a:buNone/>
              <a:defRPr sz="863"/>
            </a:lvl5pPr>
            <a:lvl6pPr marL="1973732" indent="0">
              <a:buNone/>
              <a:defRPr sz="863"/>
            </a:lvl6pPr>
            <a:lvl7pPr marL="2368479" indent="0">
              <a:buNone/>
              <a:defRPr sz="863"/>
            </a:lvl7pPr>
            <a:lvl8pPr marL="2763225" indent="0">
              <a:buNone/>
              <a:defRPr sz="863"/>
            </a:lvl8pPr>
            <a:lvl9pPr marL="3157972" indent="0">
              <a:buNone/>
              <a:defRPr sz="8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15258"/>
            <a:ext cx="1940525" cy="501809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15258"/>
            <a:ext cx="5709082" cy="501809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15260"/>
            <a:ext cx="7762102" cy="114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576292"/>
            <a:ext cx="7762102" cy="3757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5488239"/>
            <a:ext cx="2024896" cy="315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5488239"/>
            <a:ext cx="3037344" cy="315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5488239"/>
            <a:ext cx="2024896" cy="315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1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89493" rtl="0" eaLnBrk="1" latinLnBrk="0" hangingPunct="1">
        <a:lnSpc>
          <a:spcPct val="90000"/>
        </a:lnSpc>
        <a:spcBef>
          <a:spcPct val="0"/>
        </a:spcBef>
        <a:buNone/>
        <a:defRPr sz="3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73" indent="-197373" algn="l" defTabSz="789493" rtl="0" eaLnBrk="1" latinLnBrk="0" hangingPunct="1">
        <a:lnSpc>
          <a:spcPct val="90000"/>
        </a:lnSpc>
        <a:spcBef>
          <a:spcPts val="863"/>
        </a:spcBef>
        <a:buFont typeface="Arial" panose="020B0604020202020204" pitchFamily="34" charset="0"/>
        <a:buChar char="•"/>
        <a:defRPr sz="2418" kern="1200">
          <a:solidFill>
            <a:schemeClr val="tx1"/>
          </a:solidFill>
          <a:latin typeface="+mn-lt"/>
          <a:ea typeface="+mn-ea"/>
          <a:cs typeface="+mn-cs"/>
        </a:defRPr>
      </a:lvl1pPr>
      <a:lvl2pPr marL="592120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2072" kern="1200">
          <a:solidFill>
            <a:schemeClr val="tx1"/>
          </a:solidFill>
          <a:latin typeface="+mn-lt"/>
          <a:ea typeface="+mn-ea"/>
          <a:cs typeface="+mn-cs"/>
        </a:defRPr>
      </a:lvl2pPr>
      <a:lvl3pPr marL="986866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727" kern="1200">
          <a:solidFill>
            <a:schemeClr val="tx1"/>
          </a:solidFill>
          <a:latin typeface="+mn-lt"/>
          <a:ea typeface="+mn-ea"/>
          <a:cs typeface="+mn-cs"/>
        </a:defRPr>
      </a:lvl3pPr>
      <a:lvl4pPr marL="1381613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4pPr>
      <a:lvl5pPr marL="1776359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5pPr>
      <a:lvl6pPr marL="2171106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6pPr>
      <a:lvl7pPr marL="2565852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7pPr>
      <a:lvl8pPr marL="2960599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8pPr>
      <a:lvl9pPr marL="3355345" indent="-197373" algn="l" defTabSz="789493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1pPr>
      <a:lvl2pPr marL="394746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2pPr>
      <a:lvl3pPr marL="789493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3pPr>
      <a:lvl4pPr marL="1184239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4pPr>
      <a:lvl5pPr marL="1578986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5pPr>
      <a:lvl6pPr marL="1973732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6pPr>
      <a:lvl7pPr marL="2368479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7pPr>
      <a:lvl8pPr marL="2763225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8pPr>
      <a:lvl9pPr marL="3157972" algn="l" defTabSz="789493" rtl="0" eaLnBrk="1" latinLnBrk="0" hangingPunct="1">
        <a:defRPr sz="15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CBDDE61-C5C5-0E54-7B18-9228BAA63DC4}"/>
              </a:ext>
            </a:extLst>
          </p:cNvPr>
          <p:cNvGrpSpPr/>
          <p:nvPr/>
        </p:nvGrpSpPr>
        <p:grpSpPr>
          <a:xfrm>
            <a:off x="683347" y="-999753"/>
            <a:ext cx="3166809" cy="5171187"/>
            <a:chOff x="546233" y="-958223"/>
            <a:chExt cx="3166809" cy="517118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FE58606-D901-E3B7-6665-23A6188128FD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7F115A-8CC8-331F-302B-35F611D8F889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38A95E-AD96-3CBC-B495-EFB31891BCA6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99984EC-1C20-D4D9-84B7-6C990923F2A1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A25758D-30E3-4376-2467-7C24C205BB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08CC8C9-FA0F-5097-28DA-09DE788FC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98436F7-C84A-E74F-733A-D0D0B2631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AD28205-168B-1C1E-EA1B-B65571C6A1E4}"/>
                </a:ext>
              </a:extLst>
            </p:cNvPr>
            <p:cNvSpPr/>
            <p:nvPr/>
          </p:nvSpPr>
          <p:spPr>
            <a:xfrm rot="18928753">
              <a:off x="546233" y="1058001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03F461F0-7784-6305-68CB-3FF2771E2D30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6AD218D-1658-EC10-CCD9-B030C8D61ED9}"/>
              </a:ext>
            </a:extLst>
          </p:cNvPr>
          <p:cNvGrpSpPr/>
          <p:nvPr/>
        </p:nvGrpSpPr>
        <p:grpSpPr>
          <a:xfrm>
            <a:off x="4721715" y="1227230"/>
            <a:ext cx="2880320" cy="720080"/>
            <a:chOff x="695400" y="1268760"/>
            <a:chExt cx="2880320" cy="72008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4F9DE56-8D37-20E2-670A-625447AE567F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23494A3-3B7C-1551-97CF-6ABEF12840AD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08A2BDB-7048-089A-DEB8-FD7B318A38D0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21A4A64-BE16-C6ED-8DF0-5DB18AED6630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634065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E52F8FE-0918-E7D7-F232-F3FD8593CA32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634065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FF2FFFB-1521-145E-49AF-6D2B4A0C1DCC}"/>
              </a:ext>
            </a:extLst>
          </p:cNvPr>
          <p:cNvGrpSpPr/>
          <p:nvPr/>
        </p:nvGrpSpPr>
        <p:grpSpPr>
          <a:xfrm>
            <a:off x="836921" y="3601838"/>
            <a:ext cx="2880320" cy="720080"/>
            <a:chOff x="695400" y="1268760"/>
            <a:chExt cx="2880320" cy="72008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350C46E-E6E6-9D92-E1AA-04B1CAB8FC0E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3434365-048C-31E4-F2BF-BFF7D94EDD6A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9D8166D-85A6-27AE-CF2C-267DE70B46A5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8287386-8B22-8F01-F0B4-F1858AFC07A8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D2FCAC9-1F19-5595-6CD8-D5B38351884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07B3745-1B7A-76AC-7225-7CC6EB12F2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7B06A52-EEB1-CC08-86B9-38BE1AB9F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3DDCEF9-ADB0-E010-1243-4989C88AE3D3}"/>
              </a:ext>
            </a:extLst>
          </p:cNvPr>
          <p:cNvGrpSpPr/>
          <p:nvPr/>
        </p:nvGrpSpPr>
        <p:grpSpPr>
          <a:xfrm>
            <a:off x="4578473" y="1376513"/>
            <a:ext cx="3154963" cy="3154963"/>
            <a:chOff x="558079" y="-958223"/>
            <a:chExt cx="3154963" cy="3154963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7B6B381-23FC-87A9-3563-3297AE71B0DE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87568EC-E6CE-DC71-7C9F-7D4AB7128591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4F8BA16-EB37-68DC-3EF7-A46FC5369EBE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1B177CA-C84B-D844-2C9B-6458B5B74E51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B2F4D41-5C7D-AE6B-4777-F71130F7654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27F4227-D43C-7676-A6FD-B76CAE639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9A450ED-0B49-F9A9-54C3-43520DB16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FEEEF374-DC9A-BE26-E059-75D4438D489A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10C56C4-7436-A41B-233E-C621D397CF0D}"/>
              </a:ext>
            </a:extLst>
          </p:cNvPr>
          <p:cNvSpPr txBox="1"/>
          <p:nvPr/>
        </p:nvSpPr>
        <p:spPr>
          <a:xfrm>
            <a:off x="1932647" y="440408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Full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6922441-2406-2B11-594F-A975E12541C6}"/>
              </a:ext>
            </a:extLst>
          </p:cNvPr>
          <p:cNvSpPr txBox="1"/>
          <p:nvPr/>
        </p:nvSpPr>
        <p:spPr>
          <a:xfrm>
            <a:off x="5396771" y="440408"/>
            <a:ext cx="1518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Rectilinear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4E89C70-0BA0-178E-65FA-07D8607C0FB4}"/>
              </a:ext>
            </a:extLst>
          </p:cNvPr>
          <p:cNvSpPr txBox="1"/>
          <p:nvPr/>
        </p:nvSpPr>
        <p:spPr>
          <a:xfrm>
            <a:off x="1569475" y="2745826"/>
            <a:ext cx="1298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Unilinear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24226E-C916-FA2B-A760-98120D3714C2}"/>
              </a:ext>
            </a:extLst>
          </p:cNvPr>
          <p:cNvSpPr txBox="1"/>
          <p:nvPr/>
        </p:nvSpPr>
        <p:spPr>
          <a:xfrm>
            <a:off x="5003827" y="2745826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Relaxed unilinear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B913642-54D4-2251-9E3F-AFB151720F55}"/>
              </a:ext>
            </a:extLst>
          </p:cNvPr>
          <p:cNvSpPr/>
          <p:nvPr/>
        </p:nvSpPr>
        <p:spPr>
          <a:xfrm>
            <a:off x="724520" y="5264943"/>
            <a:ext cx="360000" cy="360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83A8434-A821-EC5E-007C-50E80508403B}"/>
              </a:ext>
            </a:extLst>
          </p:cNvPr>
          <p:cNvSpPr txBox="1"/>
          <p:nvPr/>
        </p:nvSpPr>
        <p:spPr>
          <a:xfrm>
            <a:off x="1084520" y="5280389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F0D21B9-686F-34B6-2130-02CD6A8808F7}"/>
              </a:ext>
            </a:extLst>
          </p:cNvPr>
          <p:cNvSpPr/>
          <p:nvPr/>
        </p:nvSpPr>
        <p:spPr>
          <a:xfrm>
            <a:off x="3668528" y="5264943"/>
            <a:ext cx="360000" cy="360000"/>
          </a:xfrm>
          <a:prstGeom prst="rect">
            <a:avLst/>
          </a:prstGeom>
          <a:solidFill>
            <a:srgbClr val="FCA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4262DFC-201F-D48D-E22B-7AFA401DE417}"/>
              </a:ext>
            </a:extLst>
          </p:cNvPr>
          <p:cNvSpPr txBox="1"/>
          <p:nvPr/>
        </p:nvSpPr>
        <p:spPr>
          <a:xfrm>
            <a:off x="4028528" y="5280389"/>
            <a:ext cx="1889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2E0C6B-7667-7744-013E-083CAFB0A3C4}"/>
              </a:ext>
            </a:extLst>
          </p:cNvPr>
          <p:cNvSpPr/>
          <p:nvPr/>
        </p:nvSpPr>
        <p:spPr>
          <a:xfrm>
            <a:off x="6415614" y="5264943"/>
            <a:ext cx="360000" cy="360000"/>
          </a:xfrm>
          <a:prstGeom prst="rect">
            <a:avLst/>
          </a:prstGeom>
          <a:solidFill>
            <a:srgbClr val="E65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B0C6E5D-BC9A-BBCA-96D7-6A3A348FDBF7}"/>
              </a:ext>
            </a:extLst>
          </p:cNvPr>
          <p:cNvSpPr txBox="1"/>
          <p:nvPr/>
        </p:nvSpPr>
        <p:spPr>
          <a:xfrm>
            <a:off x="6775614" y="5280389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Stratification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2</cp:revision>
  <dcterms:created xsi:type="dcterms:W3CDTF">2026-06-02T08:57:20Z</dcterms:created>
  <dcterms:modified xsi:type="dcterms:W3CDTF">2026-09-09T15:47:17Z</dcterms:modified>
</cp:coreProperties>
</file>