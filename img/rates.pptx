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8999538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50E"/>
    <a:srgbClr val="FCAD6B"/>
    <a:srgbClr val="FBE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1"/>
    <p:restoredTop sz="94638"/>
  </p:normalViewPr>
  <p:slideViewPr>
    <p:cSldViewPr showGuides="1">
      <p:cViewPr varScale="1">
        <p:scale>
          <a:sx n="170" d="100"/>
          <a:sy n="170" d="100"/>
        </p:scale>
        <p:origin x="184" y="592"/>
      </p:cViewPr>
      <p:guideLst>
        <p:guide orient="horz" pos="1134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589241"/>
            <a:ext cx="674965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1891070"/>
            <a:ext cx="6749654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1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897613"/>
            <a:ext cx="7762102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2409468"/>
            <a:ext cx="7762102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958453"/>
            <a:ext cx="3824804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958453"/>
            <a:ext cx="3824804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191691"/>
            <a:ext cx="7762102" cy="695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882610"/>
            <a:ext cx="380722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315164"/>
            <a:ext cx="3807226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882610"/>
            <a:ext cx="382597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315164"/>
            <a:ext cx="3825976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51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0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7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40030"/>
            <a:ext cx="2902585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518398"/>
            <a:ext cx="4556016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080135"/>
            <a:ext cx="2902585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3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40030"/>
            <a:ext cx="2902585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518398"/>
            <a:ext cx="4556016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080135"/>
            <a:ext cx="2902585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8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191691"/>
            <a:ext cx="1940525" cy="30512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191691"/>
            <a:ext cx="5709082" cy="30512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191691"/>
            <a:ext cx="7762102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958453"/>
            <a:ext cx="7762102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3337084"/>
            <a:ext cx="202489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BE157-C9BD-DB4B-B849-501D8C18A188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3337084"/>
            <a:ext cx="3037344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3337084"/>
            <a:ext cx="202489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8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Oval 95">
            <a:extLst>
              <a:ext uri="{FF2B5EF4-FFF2-40B4-BE49-F238E27FC236}">
                <a16:creationId xmlns:a16="http://schemas.microsoft.com/office/drawing/2014/main" id="{A7B6B381-23FC-87A9-3563-3297AE71B0DE}"/>
              </a:ext>
            </a:extLst>
          </p:cNvPr>
          <p:cNvSpPr/>
          <p:nvPr/>
        </p:nvSpPr>
        <p:spPr>
          <a:xfrm>
            <a:off x="919459" y="687330"/>
            <a:ext cx="1782217" cy="1782217"/>
          </a:xfrm>
          <a:prstGeom prst="ellipse">
            <a:avLst/>
          </a:prstGeom>
          <a:solidFill>
            <a:srgbClr val="FBE4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F87568EC-E6CE-DC71-7C9F-7D4AB7128591}"/>
              </a:ext>
            </a:extLst>
          </p:cNvPr>
          <p:cNvSpPr/>
          <p:nvPr/>
        </p:nvSpPr>
        <p:spPr>
          <a:xfrm>
            <a:off x="3592784" y="687330"/>
            <a:ext cx="1782217" cy="1782217"/>
          </a:xfrm>
          <a:prstGeom prst="ellipse">
            <a:avLst/>
          </a:prstGeom>
          <a:solidFill>
            <a:srgbClr val="FCAD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4F8BA16-EB37-68DC-3EF7-A46FC5369EBE}"/>
              </a:ext>
            </a:extLst>
          </p:cNvPr>
          <p:cNvSpPr/>
          <p:nvPr/>
        </p:nvSpPr>
        <p:spPr>
          <a:xfrm>
            <a:off x="6266109" y="687330"/>
            <a:ext cx="1782217" cy="1782217"/>
          </a:xfrm>
          <a:prstGeom prst="ellipse">
            <a:avLst/>
          </a:prstGeom>
          <a:solidFill>
            <a:srgbClr val="E655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algn="ctr">
              <a:tabLst>
                <a:tab pos="1063625" algn="l"/>
              </a:tabLst>
            </a:pPr>
            <a:endParaRPr lang="en-US" sz="1500" dirty="0">
              <a:solidFill>
                <a:schemeClr val="tx1"/>
              </a:solidFill>
              <a:latin typeface="Helvetica" pitchFamily="2" charset="0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1B177CA-C84B-D844-2C9B-6458B5B74E51}"/>
              </a:ext>
            </a:extLst>
          </p:cNvPr>
          <p:cNvCxnSpPr>
            <a:cxnSpLocks/>
          </p:cNvCxnSpPr>
          <p:nvPr/>
        </p:nvCxnSpPr>
        <p:spPr>
          <a:xfrm>
            <a:off x="2742811" y="1221994"/>
            <a:ext cx="849973" cy="0"/>
          </a:xfrm>
          <a:prstGeom prst="straightConnector1">
            <a:avLst/>
          </a:prstGeom>
          <a:ln w="21209">
            <a:headEnd type="none" w="med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B2F4D41-5C7D-AE6B-4777-F71130F7654A}"/>
              </a:ext>
            </a:extLst>
          </p:cNvPr>
          <p:cNvCxnSpPr>
            <a:cxnSpLocks/>
          </p:cNvCxnSpPr>
          <p:nvPr/>
        </p:nvCxnSpPr>
        <p:spPr>
          <a:xfrm>
            <a:off x="5416136" y="1221994"/>
            <a:ext cx="849973" cy="0"/>
          </a:xfrm>
          <a:prstGeom prst="straightConnector1">
            <a:avLst/>
          </a:prstGeom>
          <a:ln w="80264">
            <a:headEnd type="none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27F4227-D43C-7676-A6FD-B76CAE63952B}"/>
              </a:ext>
            </a:extLst>
          </p:cNvPr>
          <p:cNvCxnSpPr>
            <a:cxnSpLocks/>
          </p:cNvCxnSpPr>
          <p:nvPr/>
        </p:nvCxnSpPr>
        <p:spPr>
          <a:xfrm flipH="1">
            <a:off x="2701676" y="1934881"/>
            <a:ext cx="849973" cy="0"/>
          </a:xfrm>
          <a:prstGeom prst="straightConnector1">
            <a:avLst/>
          </a:prstGeom>
          <a:ln w="25273">
            <a:headEnd type="none" w="med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9A450ED-0B49-F9A9-54C3-43520DB16422}"/>
              </a:ext>
            </a:extLst>
          </p:cNvPr>
          <p:cNvCxnSpPr>
            <a:cxnSpLocks/>
          </p:cNvCxnSpPr>
          <p:nvPr/>
        </p:nvCxnSpPr>
        <p:spPr>
          <a:xfrm flipH="1">
            <a:off x="5375001" y="1934881"/>
            <a:ext cx="849973" cy="0"/>
          </a:xfrm>
          <a:prstGeom prst="straightConnector1">
            <a:avLst/>
          </a:prstGeom>
          <a:ln w="29718">
            <a:headEnd type="none" w="med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Arc 103">
            <a:extLst>
              <a:ext uri="{FF2B5EF4-FFF2-40B4-BE49-F238E27FC236}">
                <a16:creationId xmlns:a16="http://schemas.microsoft.com/office/drawing/2014/main" id="{FEEEF374-DC9A-BE26-E059-75D4438D489A}"/>
              </a:ext>
            </a:extLst>
          </p:cNvPr>
          <p:cNvSpPr/>
          <p:nvPr/>
        </p:nvSpPr>
        <p:spPr>
          <a:xfrm rot="18928753" flipH="1" flipV="1">
            <a:off x="579586" y="-4824511"/>
            <a:ext cx="7808615" cy="7808615"/>
          </a:xfrm>
          <a:prstGeom prst="arc">
            <a:avLst>
              <a:gd name="adj1" fmla="val 17041549"/>
              <a:gd name="adj2" fmla="val 20776843"/>
            </a:avLst>
          </a:prstGeom>
          <a:ln w="23622">
            <a:headEnd type="none" w="med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01553A-8401-FDD8-F49A-918EE602B00E}"/>
              </a:ext>
            </a:extLst>
          </p:cNvPr>
          <p:cNvSpPr txBox="1"/>
          <p:nvPr/>
        </p:nvSpPr>
        <p:spPr>
          <a:xfrm>
            <a:off x="2555553" y="864121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0.17 [0.12 0.29]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64254-D22D-4E8E-8D19-2AD9E5F86704}"/>
              </a:ext>
            </a:extLst>
          </p:cNvPr>
          <p:cNvSpPr txBox="1"/>
          <p:nvPr/>
        </p:nvSpPr>
        <p:spPr>
          <a:xfrm>
            <a:off x="5219849" y="864121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0.63 [0.39 1.37]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947EC-6B91-CDA3-32D2-94FF5FB8779D}"/>
              </a:ext>
            </a:extLst>
          </p:cNvPr>
          <p:cNvSpPr txBox="1"/>
          <p:nvPr/>
        </p:nvSpPr>
        <p:spPr>
          <a:xfrm>
            <a:off x="2550566" y="2027282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0.20 [0.02 0.62]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98713-9B85-97D8-6924-3ED41D372E8B}"/>
              </a:ext>
            </a:extLst>
          </p:cNvPr>
          <p:cNvSpPr txBox="1"/>
          <p:nvPr/>
        </p:nvSpPr>
        <p:spPr>
          <a:xfrm>
            <a:off x="5219849" y="2027282"/>
            <a:ext cx="12409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0.23 [0.11 0.59]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6E543C-EDAA-4680-E2B4-E51A03091717}"/>
              </a:ext>
            </a:extLst>
          </p:cNvPr>
          <p:cNvSpPr txBox="1"/>
          <p:nvPr/>
        </p:nvSpPr>
        <p:spPr>
          <a:xfrm>
            <a:off x="3873636" y="2664321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0.19 [0.10 0.29]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A5D51-4C5C-057A-112A-7A7D5880F8B3}"/>
              </a:ext>
            </a:extLst>
          </p:cNvPr>
          <p:cNvSpPr txBox="1"/>
          <p:nvPr/>
        </p:nvSpPr>
        <p:spPr>
          <a:xfrm>
            <a:off x="1016373" y="1236355"/>
            <a:ext cx="1611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Absence of distinctions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60A5C-E5DC-91F7-C9B7-A8C74C5C640D}"/>
              </a:ext>
            </a:extLst>
          </p:cNvPr>
          <p:cNvSpPr txBox="1"/>
          <p:nvPr/>
        </p:nvSpPr>
        <p:spPr>
          <a:xfrm>
            <a:off x="3694969" y="1234666"/>
            <a:ext cx="1611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Wealth distinctions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092B40-2018-A321-176E-1D2229D7BDFD}"/>
              </a:ext>
            </a:extLst>
          </p:cNvPr>
          <p:cNvSpPr txBox="1"/>
          <p:nvPr/>
        </p:nvSpPr>
        <p:spPr>
          <a:xfrm>
            <a:off x="6351623" y="1373765"/>
            <a:ext cx="1611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Stratification</a:t>
            </a:r>
          </a:p>
        </p:txBody>
      </p:sp>
    </p:spTree>
    <p:extLst>
      <p:ext uri="{BB962C8B-B14F-4D97-AF65-F5344CB8AC3E}">
        <p14:creationId xmlns:p14="http://schemas.microsoft.com/office/powerpoint/2010/main" val="307360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31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Claessens</dc:creator>
  <cp:lastModifiedBy>Scott Claessens</cp:lastModifiedBy>
  <cp:revision>4</cp:revision>
  <dcterms:created xsi:type="dcterms:W3CDTF">2026-06-02T08:57:20Z</dcterms:created>
  <dcterms:modified xsi:type="dcterms:W3CDTF">2026-07-29T11:22:23Z</dcterms:modified>
</cp:coreProperties>
</file>