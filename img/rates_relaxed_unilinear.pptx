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6" r:id="rId2"/>
  </p:sldIdLst>
  <p:sldSz cx="8999538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4" userDrawn="1">
          <p15:clr>
            <a:srgbClr val="A4A3A4"/>
          </p15:clr>
        </p15:guide>
        <p15:guide id="2" pos="283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550E"/>
    <a:srgbClr val="FCAD6B"/>
    <a:srgbClr val="FBE4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600"/>
    <p:restoredTop sz="94630"/>
  </p:normalViewPr>
  <p:slideViewPr>
    <p:cSldViewPr showGuides="1">
      <p:cViewPr varScale="1">
        <p:scale>
          <a:sx n="129" d="100"/>
          <a:sy n="129" d="100"/>
        </p:scale>
        <p:origin x="208" y="1160"/>
      </p:cViewPr>
      <p:guideLst>
        <p:guide orient="horz" pos="1134"/>
        <p:guide pos="283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24942" y="589241"/>
            <a:ext cx="6749654" cy="1253490"/>
          </a:xfrm>
        </p:spPr>
        <p:txBody>
          <a:bodyPr anchor="b"/>
          <a:lstStyle>
            <a:lvl1pPr algn="ctr">
              <a:defRPr sz="315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24942" y="1891070"/>
            <a:ext cx="6749654" cy="869275"/>
          </a:xfrm>
        </p:spPr>
        <p:txBody>
          <a:bodyPr/>
          <a:lstStyle>
            <a:lvl1pPr marL="0" indent="0" algn="ctr">
              <a:buNone/>
              <a:defRPr sz="1260"/>
            </a:lvl1pPr>
            <a:lvl2pPr marL="240030" indent="0" algn="ctr">
              <a:buNone/>
              <a:defRPr sz="1050"/>
            </a:lvl2pPr>
            <a:lvl3pPr marL="480060" indent="0" algn="ctr">
              <a:buNone/>
              <a:defRPr sz="945"/>
            </a:lvl3pPr>
            <a:lvl4pPr marL="720090" indent="0" algn="ctr">
              <a:buNone/>
              <a:defRPr sz="840"/>
            </a:lvl4pPr>
            <a:lvl5pPr marL="960120" indent="0" algn="ctr">
              <a:buNone/>
              <a:defRPr sz="840"/>
            </a:lvl5pPr>
            <a:lvl6pPr marL="1200150" indent="0" algn="ctr">
              <a:buNone/>
              <a:defRPr sz="840"/>
            </a:lvl6pPr>
            <a:lvl7pPr marL="1440180" indent="0" algn="ctr">
              <a:buNone/>
              <a:defRPr sz="840"/>
            </a:lvl7pPr>
            <a:lvl8pPr marL="1680210" indent="0" algn="ctr">
              <a:buNone/>
              <a:defRPr sz="840"/>
            </a:lvl8pPr>
            <a:lvl9pPr marL="1920240" indent="0" algn="ctr">
              <a:buNone/>
              <a:defRPr sz="84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BE157-C9BD-DB4B-B849-501D8C18A188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5E3B-432B-7F47-B97C-9201D2B199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9819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BE157-C9BD-DB4B-B849-501D8C18A188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5E3B-432B-7F47-B97C-9201D2B199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887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4031" y="897613"/>
            <a:ext cx="7762102" cy="1497687"/>
          </a:xfrm>
        </p:spPr>
        <p:txBody>
          <a:bodyPr anchor="b"/>
          <a:lstStyle>
            <a:lvl1pPr>
              <a:defRPr sz="315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4031" y="2409468"/>
            <a:ext cx="7762102" cy="787598"/>
          </a:xfrm>
        </p:spPr>
        <p:txBody>
          <a:bodyPr/>
          <a:lstStyle>
            <a:lvl1pPr marL="0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1pPr>
            <a:lvl2pPr marL="240030" indent="0">
              <a:buNone/>
              <a:defRPr sz="1050">
                <a:solidFill>
                  <a:schemeClr val="tx1">
                    <a:tint val="82000"/>
                  </a:schemeClr>
                </a:solidFill>
              </a:defRPr>
            </a:lvl2pPr>
            <a:lvl3pPr marL="48006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3pPr>
            <a:lvl4pPr marL="720090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4pPr>
            <a:lvl5pPr marL="960120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5pPr>
            <a:lvl6pPr marL="1200150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6pPr>
            <a:lvl7pPr marL="1440180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7pPr>
            <a:lvl8pPr marL="1680210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8pPr>
            <a:lvl9pPr marL="1920240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BE157-C9BD-DB4B-B849-501D8C18A188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5E3B-432B-7F47-B97C-9201D2B199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778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18718" y="958453"/>
            <a:ext cx="3824804" cy="228445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56016" y="958453"/>
            <a:ext cx="3824804" cy="228445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BE157-C9BD-DB4B-B849-501D8C18A188}" type="datetimeFigureOut">
              <a:rPr lang="en-US" smtClean="0"/>
              <a:t>9/29/26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5E3B-432B-7F47-B97C-9201D2B199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011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890" y="191691"/>
            <a:ext cx="7762102" cy="695921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9891" y="882610"/>
            <a:ext cx="3807226" cy="432554"/>
          </a:xfrm>
        </p:spPr>
        <p:txBody>
          <a:bodyPr anchor="b"/>
          <a:lstStyle>
            <a:lvl1pPr marL="0" indent="0">
              <a:buNone/>
              <a:defRPr sz="1260" b="1"/>
            </a:lvl1pPr>
            <a:lvl2pPr marL="240030" indent="0">
              <a:buNone/>
              <a:defRPr sz="1050" b="1"/>
            </a:lvl2pPr>
            <a:lvl3pPr marL="480060" indent="0">
              <a:buNone/>
              <a:defRPr sz="945" b="1"/>
            </a:lvl3pPr>
            <a:lvl4pPr marL="720090" indent="0">
              <a:buNone/>
              <a:defRPr sz="840" b="1"/>
            </a:lvl4pPr>
            <a:lvl5pPr marL="960120" indent="0">
              <a:buNone/>
              <a:defRPr sz="840" b="1"/>
            </a:lvl5pPr>
            <a:lvl6pPr marL="1200150" indent="0">
              <a:buNone/>
              <a:defRPr sz="840" b="1"/>
            </a:lvl6pPr>
            <a:lvl7pPr marL="1440180" indent="0">
              <a:buNone/>
              <a:defRPr sz="840" b="1"/>
            </a:lvl7pPr>
            <a:lvl8pPr marL="1680210" indent="0">
              <a:buNone/>
              <a:defRPr sz="840" b="1"/>
            </a:lvl8pPr>
            <a:lvl9pPr marL="1920240" indent="0">
              <a:buNone/>
              <a:defRPr sz="84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891" y="1315164"/>
            <a:ext cx="3807226" cy="193440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56016" y="882610"/>
            <a:ext cx="3825976" cy="432554"/>
          </a:xfrm>
        </p:spPr>
        <p:txBody>
          <a:bodyPr anchor="b"/>
          <a:lstStyle>
            <a:lvl1pPr marL="0" indent="0">
              <a:buNone/>
              <a:defRPr sz="1260" b="1"/>
            </a:lvl1pPr>
            <a:lvl2pPr marL="240030" indent="0">
              <a:buNone/>
              <a:defRPr sz="1050" b="1"/>
            </a:lvl2pPr>
            <a:lvl3pPr marL="480060" indent="0">
              <a:buNone/>
              <a:defRPr sz="945" b="1"/>
            </a:lvl3pPr>
            <a:lvl4pPr marL="720090" indent="0">
              <a:buNone/>
              <a:defRPr sz="840" b="1"/>
            </a:lvl4pPr>
            <a:lvl5pPr marL="960120" indent="0">
              <a:buNone/>
              <a:defRPr sz="840" b="1"/>
            </a:lvl5pPr>
            <a:lvl6pPr marL="1200150" indent="0">
              <a:buNone/>
              <a:defRPr sz="840" b="1"/>
            </a:lvl6pPr>
            <a:lvl7pPr marL="1440180" indent="0">
              <a:buNone/>
              <a:defRPr sz="840" b="1"/>
            </a:lvl7pPr>
            <a:lvl8pPr marL="1680210" indent="0">
              <a:buNone/>
              <a:defRPr sz="840" b="1"/>
            </a:lvl8pPr>
            <a:lvl9pPr marL="1920240" indent="0">
              <a:buNone/>
              <a:defRPr sz="84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56016" y="1315164"/>
            <a:ext cx="3825976" cy="193440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BE157-C9BD-DB4B-B849-501D8C18A188}" type="datetimeFigureOut">
              <a:rPr lang="en-US" smtClean="0"/>
              <a:t>9/29/26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5E3B-432B-7F47-B97C-9201D2B199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1513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BE157-C9BD-DB4B-B849-501D8C18A188}" type="datetimeFigureOut">
              <a:rPr lang="en-US" smtClean="0"/>
              <a:t>9/29/26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5E3B-432B-7F47-B97C-9201D2B199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73054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BE157-C9BD-DB4B-B849-501D8C18A188}" type="datetimeFigureOut">
              <a:rPr lang="en-US" smtClean="0"/>
              <a:t>9/29/26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5E3B-432B-7F47-B97C-9201D2B199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63747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891" y="240030"/>
            <a:ext cx="2902585" cy="840105"/>
          </a:xfrm>
        </p:spPr>
        <p:txBody>
          <a:bodyPr anchor="b"/>
          <a:lstStyle>
            <a:lvl1pPr>
              <a:defRPr sz="168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25976" y="518398"/>
            <a:ext cx="4556016" cy="2558653"/>
          </a:xfrm>
        </p:spPr>
        <p:txBody>
          <a:bodyPr/>
          <a:lstStyle>
            <a:lvl1pPr>
              <a:defRPr sz="1680"/>
            </a:lvl1pPr>
            <a:lvl2pPr>
              <a:defRPr sz="1470"/>
            </a:lvl2pPr>
            <a:lvl3pPr>
              <a:defRPr sz="126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9891" y="1080135"/>
            <a:ext cx="2902585" cy="2001084"/>
          </a:xfrm>
        </p:spPr>
        <p:txBody>
          <a:bodyPr/>
          <a:lstStyle>
            <a:lvl1pPr marL="0" indent="0">
              <a:buNone/>
              <a:defRPr sz="840"/>
            </a:lvl1pPr>
            <a:lvl2pPr marL="240030" indent="0">
              <a:buNone/>
              <a:defRPr sz="735"/>
            </a:lvl2pPr>
            <a:lvl3pPr marL="480060" indent="0">
              <a:buNone/>
              <a:defRPr sz="630"/>
            </a:lvl3pPr>
            <a:lvl4pPr marL="720090" indent="0">
              <a:buNone/>
              <a:defRPr sz="525"/>
            </a:lvl4pPr>
            <a:lvl5pPr marL="960120" indent="0">
              <a:buNone/>
              <a:defRPr sz="525"/>
            </a:lvl5pPr>
            <a:lvl6pPr marL="1200150" indent="0">
              <a:buNone/>
              <a:defRPr sz="525"/>
            </a:lvl6pPr>
            <a:lvl7pPr marL="1440180" indent="0">
              <a:buNone/>
              <a:defRPr sz="525"/>
            </a:lvl7pPr>
            <a:lvl8pPr marL="1680210" indent="0">
              <a:buNone/>
              <a:defRPr sz="525"/>
            </a:lvl8pPr>
            <a:lvl9pPr marL="1920240" indent="0">
              <a:buNone/>
              <a:defRPr sz="52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BE157-C9BD-DB4B-B849-501D8C18A188}" type="datetimeFigureOut">
              <a:rPr lang="en-US" smtClean="0"/>
              <a:t>9/29/26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5E3B-432B-7F47-B97C-9201D2B199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3319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891" y="240030"/>
            <a:ext cx="2902585" cy="840105"/>
          </a:xfrm>
        </p:spPr>
        <p:txBody>
          <a:bodyPr anchor="b"/>
          <a:lstStyle>
            <a:lvl1pPr>
              <a:defRPr sz="168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25976" y="518398"/>
            <a:ext cx="4556016" cy="2558653"/>
          </a:xfrm>
        </p:spPr>
        <p:txBody>
          <a:bodyPr anchor="t"/>
          <a:lstStyle>
            <a:lvl1pPr marL="0" indent="0">
              <a:buNone/>
              <a:defRPr sz="1680"/>
            </a:lvl1pPr>
            <a:lvl2pPr marL="240030" indent="0">
              <a:buNone/>
              <a:defRPr sz="1470"/>
            </a:lvl2pPr>
            <a:lvl3pPr marL="480060" indent="0">
              <a:buNone/>
              <a:defRPr sz="1260"/>
            </a:lvl3pPr>
            <a:lvl4pPr marL="720090" indent="0">
              <a:buNone/>
              <a:defRPr sz="1050"/>
            </a:lvl4pPr>
            <a:lvl5pPr marL="960120" indent="0">
              <a:buNone/>
              <a:defRPr sz="1050"/>
            </a:lvl5pPr>
            <a:lvl6pPr marL="1200150" indent="0">
              <a:buNone/>
              <a:defRPr sz="1050"/>
            </a:lvl6pPr>
            <a:lvl7pPr marL="1440180" indent="0">
              <a:buNone/>
              <a:defRPr sz="1050"/>
            </a:lvl7pPr>
            <a:lvl8pPr marL="1680210" indent="0">
              <a:buNone/>
              <a:defRPr sz="1050"/>
            </a:lvl8pPr>
            <a:lvl9pPr marL="1920240" indent="0">
              <a:buNone/>
              <a:defRPr sz="105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9891" y="1080135"/>
            <a:ext cx="2902585" cy="2001084"/>
          </a:xfrm>
        </p:spPr>
        <p:txBody>
          <a:bodyPr/>
          <a:lstStyle>
            <a:lvl1pPr marL="0" indent="0">
              <a:buNone/>
              <a:defRPr sz="840"/>
            </a:lvl1pPr>
            <a:lvl2pPr marL="240030" indent="0">
              <a:buNone/>
              <a:defRPr sz="735"/>
            </a:lvl2pPr>
            <a:lvl3pPr marL="480060" indent="0">
              <a:buNone/>
              <a:defRPr sz="630"/>
            </a:lvl3pPr>
            <a:lvl4pPr marL="720090" indent="0">
              <a:buNone/>
              <a:defRPr sz="525"/>
            </a:lvl4pPr>
            <a:lvl5pPr marL="960120" indent="0">
              <a:buNone/>
              <a:defRPr sz="525"/>
            </a:lvl5pPr>
            <a:lvl6pPr marL="1200150" indent="0">
              <a:buNone/>
              <a:defRPr sz="525"/>
            </a:lvl6pPr>
            <a:lvl7pPr marL="1440180" indent="0">
              <a:buNone/>
              <a:defRPr sz="525"/>
            </a:lvl7pPr>
            <a:lvl8pPr marL="1680210" indent="0">
              <a:buNone/>
              <a:defRPr sz="525"/>
            </a:lvl8pPr>
            <a:lvl9pPr marL="1920240" indent="0">
              <a:buNone/>
              <a:defRPr sz="52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BE157-C9BD-DB4B-B849-501D8C18A188}" type="datetimeFigureOut">
              <a:rPr lang="en-US" smtClean="0"/>
              <a:t>9/29/26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5E3B-432B-7F47-B97C-9201D2B199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5384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BE157-C9BD-DB4B-B849-501D8C18A188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5E3B-432B-7F47-B97C-9201D2B199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386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40295" y="191691"/>
            <a:ext cx="1940525" cy="305121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18718" y="191691"/>
            <a:ext cx="5709082" cy="305121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BE157-C9BD-DB4B-B849-501D8C18A188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5E3B-432B-7F47-B97C-9201D2B199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820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18718" y="191691"/>
            <a:ext cx="7762102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8718" y="958453"/>
            <a:ext cx="7762102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18718" y="3337084"/>
            <a:ext cx="2024896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3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8BE157-C9BD-DB4B-B849-501D8C18A188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81097" y="3337084"/>
            <a:ext cx="3037344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3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355924" y="3337084"/>
            <a:ext cx="2024896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3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0C5E3B-432B-7F47-B97C-9201D2B199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5830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80060" rtl="0" eaLnBrk="1" latinLnBrk="0" hangingPunct="1">
        <a:lnSpc>
          <a:spcPct val="90000"/>
        </a:lnSpc>
        <a:spcBef>
          <a:spcPct val="0"/>
        </a:spcBef>
        <a:buNone/>
        <a:defRPr sz="231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0015" indent="-120015" algn="l" defTabSz="48006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470" kern="1200">
          <a:solidFill>
            <a:schemeClr val="tx1"/>
          </a:solidFill>
          <a:latin typeface="+mn-lt"/>
          <a:ea typeface="+mn-ea"/>
          <a:cs typeface="+mn-cs"/>
        </a:defRPr>
      </a:lvl1pPr>
      <a:lvl2pPr marL="36004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2pPr>
      <a:lvl3pPr marL="60007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3pPr>
      <a:lvl4pPr marL="84010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4pPr>
      <a:lvl5pPr marL="108013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5pPr>
      <a:lvl6pPr marL="132016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6pPr>
      <a:lvl7pPr marL="156019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7pPr>
      <a:lvl8pPr marL="180022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8pPr>
      <a:lvl9pPr marL="204025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1pPr>
      <a:lvl2pPr marL="24003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8006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3pPr>
      <a:lvl4pPr marL="72009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4pPr>
      <a:lvl5pPr marL="96012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5pPr>
      <a:lvl6pPr marL="120015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6pPr>
      <a:lvl7pPr marL="144018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7pPr>
      <a:lvl8pPr marL="168021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8pPr>
      <a:lvl9pPr marL="192024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Oval 95">
            <a:extLst>
              <a:ext uri="{FF2B5EF4-FFF2-40B4-BE49-F238E27FC236}">
                <a16:creationId xmlns:a16="http://schemas.microsoft.com/office/drawing/2014/main" id="{A7B6B381-23FC-87A9-3563-3297AE71B0DE}"/>
              </a:ext>
            </a:extLst>
          </p:cNvPr>
          <p:cNvSpPr/>
          <p:nvPr/>
        </p:nvSpPr>
        <p:spPr>
          <a:xfrm>
            <a:off x="919459" y="687330"/>
            <a:ext cx="1782217" cy="1782217"/>
          </a:xfrm>
          <a:prstGeom prst="ellipse">
            <a:avLst/>
          </a:prstGeom>
          <a:solidFill>
            <a:srgbClr val="FBE4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50" dirty="0">
              <a:solidFill>
                <a:schemeClr val="tx1"/>
              </a:solidFill>
              <a:latin typeface="Helvetica" pitchFamily="2" charset="0"/>
            </a:endParaRPr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F87568EC-E6CE-DC71-7C9F-7D4AB7128591}"/>
              </a:ext>
            </a:extLst>
          </p:cNvPr>
          <p:cNvSpPr/>
          <p:nvPr/>
        </p:nvSpPr>
        <p:spPr>
          <a:xfrm>
            <a:off x="3592784" y="687330"/>
            <a:ext cx="1782217" cy="1782217"/>
          </a:xfrm>
          <a:prstGeom prst="ellipse">
            <a:avLst/>
          </a:prstGeom>
          <a:solidFill>
            <a:srgbClr val="FCAD6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50" dirty="0">
              <a:solidFill>
                <a:schemeClr val="tx1"/>
              </a:solidFill>
              <a:latin typeface="Helvetica" pitchFamily="2" charset="0"/>
            </a:endParaRPr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64F8BA16-EB37-68DC-3EF7-A46FC5369EBE}"/>
              </a:ext>
            </a:extLst>
          </p:cNvPr>
          <p:cNvSpPr/>
          <p:nvPr/>
        </p:nvSpPr>
        <p:spPr>
          <a:xfrm>
            <a:off x="6266109" y="687330"/>
            <a:ext cx="1782217" cy="1782217"/>
          </a:xfrm>
          <a:prstGeom prst="ellipse">
            <a:avLst/>
          </a:prstGeom>
          <a:solidFill>
            <a:srgbClr val="E6550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6350" algn="ctr">
              <a:tabLst>
                <a:tab pos="1063625" algn="l"/>
              </a:tabLst>
            </a:pPr>
            <a:endParaRPr lang="en-US" sz="1500" dirty="0">
              <a:solidFill>
                <a:schemeClr val="tx1"/>
              </a:solidFill>
              <a:latin typeface="Helvetica" pitchFamily="2" charset="0"/>
            </a:endParaRP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F1B177CA-C84B-D844-2C9B-6458B5B74E51}"/>
              </a:ext>
            </a:extLst>
          </p:cNvPr>
          <p:cNvCxnSpPr>
            <a:cxnSpLocks/>
          </p:cNvCxnSpPr>
          <p:nvPr/>
        </p:nvCxnSpPr>
        <p:spPr>
          <a:xfrm>
            <a:off x="2742811" y="1221994"/>
            <a:ext cx="849973" cy="0"/>
          </a:xfrm>
          <a:prstGeom prst="straightConnector1">
            <a:avLst/>
          </a:prstGeom>
          <a:ln w="21590">
            <a:headEnd type="none" w="med" len="med"/>
            <a:tailEnd type="stealth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FB2F4D41-5C7D-AE6B-4777-F71130F7654A}"/>
              </a:ext>
            </a:extLst>
          </p:cNvPr>
          <p:cNvCxnSpPr>
            <a:cxnSpLocks/>
          </p:cNvCxnSpPr>
          <p:nvPr/>
        </p:nvCxnSpPr>
        <p:spPr>
          <a:xfrm>
            <a:off x="5416136" y="1221994"/>
            <a:ext cx="849973" cy="0"/>
          </a:xfrm>
          <a:prstGeom prst="straightConnector1">
            <a:avLst/>
          </a:prstGeom>
          <a:ln w="78740">
            <a:headEnd type="none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627F4227-D43C-7676-A6FD-B76CAE63952B}"/>
              </a:ext>
            </a:extLst>
          </p:cNvPr>
          <p:cNvCxnSpPr>
            <a:cxnSpLocks/>
          </p:cNvCxnSpPr>
          <p:nvPr/>
        </p:nvCxnSpPr>
        <p:spPr>
          <a:xfrm flipH="1">
            <a:off x="2701676" y="1934881"/>
            <a:ext cx="849973" cy="0"/>
          </a:xfrm>
          <a:prstGeom prst="straightConnector1">
            <a:avLst/>
          </a:prstGeom>
          <a:ln w="25400">
            <a:headEnd type="none" w="med" len="med"/>
            <a:tailEnd type="stealth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19A450ED-0B49-F9A9-54C3-43520DB16422}"/>
              </a:ext>
            </a:extLst>
          </p:cNvPr>
          <p:cNvCxnSpPr>
            <a:cxnSpLocks/>
          </p:cNvCxnSpPr>
          <p:nvPr/>
        </p:nvCxnSpPr>
        <p:spPr>
          <a:xfrm flipH="1">
            <a:off x="5375001" y="1934881"/>
            <a:ext cx="849973" cy="0"/>
          </a:xfrm>
          <a:prstGeom prst="straightConnector1">
            <a:avLst/>
          </a:prstGeom>
          <a:ln w="29209">
            <a:headEnd type="none" w="med" len="med"/>
            <a:tailEnd type="stealth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4" name="Arc 103">
            <a:extLst>
              <a:ext uri="{FF2B5EF4-FFF2-40B4-BE49-F238E27FC236}">
                <a16:creationId xmlns:a16="http://schemas.microsoft.com/office/drawing/2014/main" id="{FEEEF374-DC9A-BE26-E059-75D4438D489A}"/>
              </a:ext>
            </a:extLst>
          </p:cNvPr>
          <p:cNvSpPr/>
          <p:nvPr/>
        </p:nvSpPr>
        <p:spPr>
          <a:xfrm rot="18928753" flipH="1" flipV="1">
            <a:off x="579586" y="-4824511"/>
            <a:ext cx="7808615" cy="7808615"/>
          </a:xfrm>
          <a:prstGeom prst="arc">
            <a:avLst>
              <a:gd name="adj1" fmla="val 17041549"/>
              <a:gd name="adj2" fmla="val 20776843"/>
            </a:avLst>
          </a:prstGeom>
          <a:ln w="24130">
            <a:headEnd type="none" w="med" len="med"/>
            <a:tailEnd type="stealth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01553A-8401-FDD8-F49A-918EE602B00E}"/>
              </a:ext>
            </a:extLst>
          </p:cNvPr>
          <p:cNvSpPr txBox="1"/>
          <p:nvPr/>
        </p:nvSpPr>
        <p:spPr>
          <a:xfrm>
            <a:off x="2555553" y="864121"/>
            <a:ext cx="12522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Helvetica" pitchFamily="2" charset="0"/>
              </a:rPr>
              <a:t>0.17 [0.12 0.28]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464254-D22D-4E8E-8D19-2AD9E5F86704}"/>
              </a:ext>
            </a:extLst>
          </p:cNvPr>
          <p:cNvSpPr txBox="1"/>
          <p:nvPr/>
        </p:nvSpPr>
        <p:spPr>
          <a:xfrm>
            <a:off x="5219849" y="864121"/>
            <a:ext cx="12522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Helvetica" pitchFamily="2" charset="0"/>
              </a:rPr>
              <a:t>0.62 [0.38 1.30]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2947EC-6B91-CDA3-32D2-94FF5FB8779D}"/>
              </a:ext>
            </a:extLst>
          </p:cNvPr>
          <p:cNvSpPr txBox="1"/>
          <p:nvPr/>
        </p:nvSpPr>
        <p:spPr>
          <a:xfrm>
            <a:off x="2550566" y="2027282"/>
            <a:ext cx="12522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Helvetica" pitchFamily="2" charset="0"/>
              </a:rPr>
              <a:t>0.20 [0.02 0.63]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998713-9B85-97D8-6924-3ED41D372E8B}"/>
              </a:ext>
            </a:extLst>
          </p:cNvPr>
          <p:cNvSpPr txBox="1"/>
          <p:nvPr/>
        </p:nvSpPr>
        <p:spPr>
          <a:xfrm>
            <a:off x="5219849" y="2027282"/>
            <a:ext cx="12409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Helvetica" pitchFamily="2" charset="0"/>
              </a:rPr>
              <a:t>0.23 [0.11 0.57]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6E543C-EDAA-4680-E2B4-E51A03091717}"/>
              </a:ext>
            </a:extLst>
          </p:cNvPr>
          <p:cNvSpPr txBox="1"/>
          <p:nvPr/>
        </p:nvSpPr>
        <p:spPr>
          <a:xfrm>
            <a:off x="3873636" y="2664321"/>
            <a:ext cx="12522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Helvetica" pitchFamily="2" charset="0"/>
              </a:rPr>
              <a:t>0.19 [0.09 0.29]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6A5D51-4C5C-057A-112A-7A7D5880F8B3}"/>
              </a:ext>
            </a:extLst>
          </p:cNvPr>
          <p:cNvSpPr txBox="1"/>
          <p:nvPr/>
        </p:nvSpPr>
        <p:spPr>
          <a:xfrm>
            <a:off x="1016373" y="1236355"/>
            <a:ext cx="161118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Helvetica" pitchFamily="2" charset="0"/>
              </a:rPr>
              <a:t>Absence of distinctions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260A5C-E5DC-91F7-C9B7-A8C74C5C640D}"/>
              </a:ext>
            </a:extLst>
          </p:cNvPr>
          <p:cNvSpPr txBox="1"/>
          <p:nvPr/>
        </p:nvSpPr>
        <p:spPr>
          <a:xfrm>
            <a:off x="3694969" y="1234666"/>
            <a:ext cx="161118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Helvetica" pitchFamily="2" charset="0"/>
              </a:rPr>
              <a:t>Wealth distinctions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092B40-2018-A321-176E-1D2229D7BDFD}"/>
              </a:ext>
            </a:extLst>
          </p:cNvPr>
          <p:cNvSpPr txBox="1"/>
          <p:nvPr/>
        </p:nvSpPr>
        <p:spPr>
          <a:xfrm>
            <a:off x="6351623" y="1373765"/>
            <a:ext cx="16111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Helvetica" pitchFamily="2" charset="0"/>
              </a:rPr>
              <a:t>Stratification</a:t>
            </a:r>
          </a:p>
        </p:txBody>
      </p:sp>
    </p:spTree>
    <p:extLst>
      <p:ext uri="{BB962C8B-B14F-4D97-AF65-F5344CB8AC3E}">
        <p14:creationId xmlns:p14="http://schemas.microsoft.com/office/powerpoint/2010/main" val="3073601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64</TotalTime>
  <Words>31</Words>
  <Application>Microsoft Macintosh PowerPoint</Application>
  <PresentationFormat>Custom</PresentationFormat>
  <Paragraphs>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Helvetica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Scott Claessens</dc:creator>
  <cp:lastModifiedBy>Scott Claessens</cp:lastModifiedBy>
  <cp:revision>6</cp:revision>
  <dcterms:created xsi:type="dcterms:W3CDTF">2026-06-02T08:57:20Z</dcterms:created>
  <dcterms:modified xsi:type="dcterms:W3CDTF">2026-09-29T14:30:23Z</dcterms:modified>
</cp:coreProperties>
</file>